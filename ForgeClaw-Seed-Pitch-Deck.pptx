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49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31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643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73152" cy="18288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ForgeClaw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Agent Composer for the MCP Ecosystem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AdaBoost AI  |  March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forgeclaw.io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Ecosystem Is Broken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1,184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3774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Skills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ClawHavoc poisoned 20% of ClawHub registry with credential stealers and reverse shells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300K+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7744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Users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users with no security scanning, no governance, no verified composition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37744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Composers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scans skills before composing them into agent workflows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Verify → Compose → Deploy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256032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47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1554480"/>
            <a:ext cx="1920240" cy="256032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architects skills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47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1920240" cy="256032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SAFE-MCP threat scans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47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03720" y="1554480"/>
            <a:ext cx="1920240" cy="256032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1737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0372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K8s / Zeebe / MCP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Tabs. One Platform.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6012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SKILL.md → instant security report. 25 embedded patterns + VerifyClaw's 86-test deep scan pipeline.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96012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Library shows all composed agents. Live VerifyClaw feed tracks ClawHavoc campaigns and threat categories.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intent → Claude designs skills → editable BPMN workflow → context-aware properties panel → Deploy to 5 targets.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Deploy Targets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design. Any infrastructure.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Docker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agent.py, Dockerfile, .env, docker-compose.yaml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4023360" cy="9144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Zeebe Workers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job workers per BPMN task, orchestrated execution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023360" cy="9144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114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manifests with HPA autoscaling, secrets, probes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4023360" cy="9144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claude_desktop_config.json with MCP server definitions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4023360" cy="9144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5603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🦞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Skill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+ package.json ready for ClawHub publishing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Agent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modeler with context-aware properties panel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6858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API endpoint, auth headers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023360" cy="6858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Task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code editor, timeout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6858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Assignee, form fields, due date, priority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4023360" cy="6858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email, webhook, SMS, Telegram, Discord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4023360" cy="6858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Task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Wait-for event, correlation key, timeout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023360" cy="6858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expressions per outgoing path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023360" cy="6858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Event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Cron, duration, fixed 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931920"/>
            <a:ext cx="4023360" cy="68580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 (if→then rules)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$52.6B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Market by 2030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46.3% CAGR from $7.84B in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300K+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Active Users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180K+ GitHub stars, fastest-growing agent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55448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13,700+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ClawHub Skills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daily — needs security and composition 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3063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54880" y="3657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Valuation (March 2026)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977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comparable — visual agent workflow builder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Moat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VerifyClaw: the only security scanner for MCP skills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1627632"/>
            <a:ext cx="411480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0" y="1627632"/>
            <a:ext cx="4114800" cy="2286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26080" y="1627632"/>
            <a:ext cx="411480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skills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176272"/>
            <a:ext cx="2821577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0" y="2176272"/>
            <a:ext cx="4114800" cy="2286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26080" y="2176272"/>
            <a:ext cx="2821577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 skills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0" y="2724912"/>
            <a:ext cx="1998617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26080" y="2724912"/>
            <a:ext cx="4114800" cy="2286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0" y="2724912"/>
            <a:ext cx="1998617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skills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26080" y="3273552"/>
            <a:ext cx="1528354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26080" y="3273552"/>
            <a:ext cx="4114800" cy="2286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926080" y="3273552"/>
            <a:ext cx="1528354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skills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26080" y="3822192"/>
            <a:ext cx="82296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26080" y="3822192"/>
            <a:ext cx="4114800" cy="2286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26080" y="3822192"/>
            <a:ext cx="82296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skills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Cryptomining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26080" y="4370832"/>
            <a:ext cx="470263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26080" y="4370832"/>
            <a:ext cx="4114800" cy="2286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926080" y="4370832"/>
            <a:ext cx="470263" cy="2286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skills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3D24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ClawHavoc: 1,184 malicious skills. 20% of registry. ForgeClaw is the only platform that blocks compromised skills before composition.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41148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0" y="1005840"/>
            <a:ext cx="1600200" cy="411480"/>
          </a:xfrm>
          <a:prstGeom prst="rect">
            <a:avLst/>
          </a:prstGeom>
          <a:solidFill>
            <a:srgbClr val="3D24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ForgeClaw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1005840"/>
            <a:ext cx="1600200" cy="41148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7764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005840"/>
            <a:ext cx="1600200" cy="41148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1005840"/>
            <a:ext cx="1600200" cy="41148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6092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Camunda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design from intent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0" y="1463040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77640" y="1463040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7764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60920" y="1463040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60920" y="1463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1892808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(SAFE-MCP)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7764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60920" y="18928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2322576"/>
            <a:ext cx="18288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322576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BPMN editor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2322576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0" y="23225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977640" y="2322576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77640" y="23225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669280" y="2322576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0" y="23225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60920" y="2322576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60920" y="23225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2752344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 deploy (5)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286000" y="27523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977640" y="27523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69280" y="27523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60920" y="27523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57200" y="3182112"/>
            <a:ext cx="18288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Zeebe orchestration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0" y="3182112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286000" y="31821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977640" y="3182112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977640" y="31821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669280" y="3182112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669280" y="31821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360920" y="3182112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60920" y="31821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5720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OpenClaw/MCP native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86000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977640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669280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360920" y="36118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57200" y="4041648"/>
            <a:ext cx="18288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5720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properties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286000" y="4041648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286000" y="40416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3977640" y="4041648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977640" y="40416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669280" y="4041648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669280" y="40416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360920" y="4041648"/>
            <a:ext cx="1600200" cy="411480"/>
          </a:xfrm>
          <a:prstGeom prst="rect">
            <a:avLst/>
          </a:prstGeom>
          <a:solidFill>
            <a:srgbClr val="0C1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360920" y="40416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457200" y="4471416"/>
            <a:ext cx="1828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feed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286000" y="447141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3977640" y="447141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5669280" y="447141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360920" y="447141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645920" cy="438912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0972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React, bpmn-js (Camunda), D3.js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1645920" cy="438912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62763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4, structured JSON output, agent design + code generation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1645920" cy="438912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579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15798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VerifyClaw 86-test pipeline, SAFE-MCP framework, 25 embedded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1645920" cy="438912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883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68833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Zeebe (Camunda), job workers per BPMN task, gRPC protocol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1645920" cy="438912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21868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(prod), in-memory graph (dev), Neo4j (VerifyClaw)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1645920" cy="438912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37490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 + HPA, Vercel, Blaxel, Cloudflare Tunnels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79392"/>
            <a:ext cx="1645920" cy="438912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2793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Quad (4x RTX 3070), Docker Compose, Cloudflare DNS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329184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25-pattern scan, 3 agents/month, embedded scanner, community support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20240" cy="329184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0604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$49/mo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agents, full 86-test VerifyClaw scan, Zeebe orchestration, Slack/email alerts, 5 deploy targets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20240" cy="329184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$499/mo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ontology, private ClawHub, human-in-the-loop governance, SLA, dedicated support, K8s deployment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20240" cy="3291840"/>
          </a:xfrm>
          <a:prstGeom prst="rect">
            <a:avLst/>
          </a:prstGeom>
          <a:solidFill>
            <a:srgbClr val="0C1017"/>
          </a:solidFill>
          <a:ln w="6350">
            <a:solidFill>
              <a:srgbClr val="252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0372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x402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0372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$0.05/query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28600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Micropayment per scan via Circle USDC, autonomous AI agent access, pay-per-use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Milestones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ForgeClaw v2 live on Vercel + Docker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forgeclaw-app.vercel.app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481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VerifyClaw deployed on Blaxel + Cloudflare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4813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verifyclaw.io — 25-test security scanner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568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 agent live on Ethereum mainnet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9568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mempool, Slack alerts, Docker deployed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323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4323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agent composition working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4323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intent → design → BPMN → deploy pipeline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Zeebe worker generation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9077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job workers per BPMN task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deploy targets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383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Zeebe, K8s, Claude Desktop, OpenClaw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58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858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Vercel production stack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8587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mode: Docker local + Vercel production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342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3342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paying customers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334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DeFi teams, OpenClaw power users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3D241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Raising $1.5M Seed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$8M pre-money valuation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" cy="4572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560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 engineers: Zeebe runtime + OpenClaw integrations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" cy="4572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154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community, HN launch, SBC conference, content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" cy="4572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749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hosting, Zeebe clusters, API costs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822960" cy="457200"/>
          </a:xfrm>
          <a:prstGeom prst="rect">
            <a:avLst/>
          </a:prstGeom>
          <a:solidFill>
            <a:srgbClr val="141A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343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343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4343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compliance, 12-month runway buffer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8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5603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Suvasis Mukherjee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AdaBoost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20+ years Software Engineering Experience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MSCS Santa Clara University, AI/Data Mining Graduate Certificate Stanford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723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Enterprise software: Oracle </a:t>
            </a:r>
            <a:r>
              <a:rPr lang="en-US" sz="1200" dirty="0" err="1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</a:t>
            </a: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TIBCO Data grid products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4198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GPU/CUDA financial systems on 4x RTX 3070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Hands on experience  with Oracle SOA’s large scale, complex codebase used by thousands </a:t>
            </a:r>
            <a:r>
              <a:rPr lang="en-US" sz="120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forgeclaw.io  |  verifyclaw.io  |  vectorblock.io  |  </a:t>
            </a:r>
            <a:r>
              <a:rPr lang="en-US" sz="1300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suvasism@adaboostai.com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1006</Words>
  <Application>Microsoft Macintosh PowerPoint</Application>
  <PresentationFormat>On-screen Show (16:9)</PresentationFormat>
  <Paragraphs>255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ForgeClaw — Seed Round Pitch Deck</dc:title>
  <dc:subject>PptxGenJS Presentation</dc:subject>
  <dc:creator>Suvasis Mukherjee</dc:creator>
  <cp:lastModifiedBy>suvasis mukherjee</cp:lastModifiedBy>
  <cp:revision>3</cp:revision>
  <dcterms:created xsi:type="dcterms:W3CDTF">2026-03-26T20:38:01Z</dcterms:created>
  <dcterms:modified xsi:type="dcterms:W3CDTF">2026-04-03T15:13:59Z</dcterms:modified>
</cp:coreProperties>
</file>